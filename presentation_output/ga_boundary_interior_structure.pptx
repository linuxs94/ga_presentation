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436aee6bef4ab0" /><Relationship Type="http://schemas.openxmlformats.org/officeDocument/2006/relationships/extended-properties" Target="/docProps/app.xml" Id="R71d7c34c5c574d1c" /><Relationship Type="http://schemas.openxmlformats.org/officeDocument/2006/relationships/officeDocument" Target="/ppt/presentation.xml" Id="R93b3f39c6f7247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4f491f40c74b4e"/>
  </p:sldMasterIdLst>
  <p:notesMasterIdLst>
    <p:notesMasterId xmlns:r="http://schemas.openxmlformats.org/officeDocument/2006/relationships" r:id="R5e1513c2a4f442d8"/>
  </p:notesMasterIdLst>
  <p:sldIdLst>
    <p:sldId xmlns:r="http://schemas.openxmlformats.org/officeDocument/2006/relationships" id="256" r:id="R61f94fca6ac94e9a"/>
    <p:sldId xmlns:r="http://schemas.openxmlformats.org/officeDocument/2006/relationships" id="257" r:id="Rf3cd6a9ee8f7452b"/>
    <p:sldId xmlns:r="http://schemas.openxmlformats.org/officeDocument/2006/relationships" id="258" r:id="Rc09570676a07451a"/>
    <p:sldId xmlns:r="http://schemas.openxmlformats.org/officeDocument/2006/relationships" id="259" r:id="Rc3abedfbab674d07"/>
    <p:sldId xmlns:r="http://schemas.openxmlformats.org/officeDocument/2006/relationships" id="260" r:id="Rd8fea7799cb14e4f"/>
    <p:sldId xmlns:r="http://schemas.openxmlformats.org/officeDocument/2006/relationships" id="261" r:id="R066c23b338ac4128"/>
    <p:sldId xmlns:r="http://schemas.openxmlformats.org/officeDocument/2006/relationships" id="262" r:id="R9295c3ec98c2431f"/>
    <p:sldId xmlns:r="http://schemas.openxmlformats.org/officeDocument/2006/relationships" id="263" r:id="Rb9ee877733f445ca"/>
    <p:sldId xmlns:r="http://schemas.openxmlformats.org/officeDocument/2006/relationships" id="264" r:id="Rf540ed8c98cf4160"/>
    <p:sldId xmlns:r="http://schemas.openxmlformats.org/officeDocument/2006/relationships" id="265" r:id="Re1b298b13a874cf5"/>
    <p:sldId xmlns:r="http://schemas.openxmlformats.org/officeDocument/2006/relationships" id="266" r:id="Re768042777394a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f491f40c74b4e" /><Relationship Type="http://schemas.openxmlformats.org/officeDocument/2006/relationships/theme" Target="/ppt/theme/theme1.xml" Id="Rb421354e36024d07" /><Relationship Type="http://schemas.openxmlformats.org/officeDocument/2006/relationships/notesMaster" Target="/ppt/notesMasters/notesMaster1.xml" Id="R5e1513c2a4f442d8" /><Relationship Type="http://schemas.openxmlformats.org/officeDocument/2006/relationships/presProps" Target="/ppt/presProps.xml" Id="R32666b16a10545ac" /><Relationship Type="http://schemas.openxmlformats.org/officeDocument/2006/relationships/viewProps" Target="/ppt/viewProps.xml" Id="Rbd3653948b294728" /><Relationship Type="http://schemas.openxmlformats.org/officeDocument/2006/relationships/tableStyles" Target="/ppt/tableStyles.xml" Id="Ra6ac396a0b134ec3" /><Relationship Type="http://schemas.openxmlformats.org/officeDocument/2006/relationships/slide" Target="/ppt/slides/slide1.xml" Id="R61f94fca6ac94e9a" /><Relationship Type="http://schemas.openxmlformats.org/officeDocument/2006/relationships/slide" Target="/ppt/slides/slide2.xml" Id="Rf3cd6a9ee8f7452b" /><Relationship Type="http://schemas.openxmlformats.org/officeDocument/2006/relationships/slide" Target="/ppt/slides/slide3.xml" Id="Rc09570676a07451a" /><Relationship Type="http://schemas.openxmlformats.org/officeDocument/2006/relationships/slide" Target="/ppt/slides/slide4.xml" Id="Rc3abedfbab674d07" /><Relationship Type="http://schemas.openxmlformats.org/officeDocument/2006/relationships/slide" Target="/ppt/slides/slide5.xml" Id="Rd8fea7799cb14e4f" /><Relationship Type="http://schemas.openxmlformats.org/officeDocument/2006/relationships/slide" Target="/ppt/slides/slide6.xml" Id="R066c23b338ac4128" /><Relationship Type="http://schemas.openxmlformats.org/officeDocument/2006/relationships/slide" Target="/ppt/slides/slide7.xml" Id="R9295c3ec98c2431f" /><Relationship Type="http://schemas.openxmlformats.org/officeDocument/2006/relationships/slide" Target="/ppt/slides/slide8.xml" Id="Rb9ee877733f445ca" /><Relationship Type="http://schemas.openxmlformats.org/officeDocument/2006/relationships/slide" Target="/ppt/slides/slide9.xml" Id="Rf540ed8c98cf4160" /><Relationship Type="http://schemas.openxmlformats.org/officeDocument/2006/relationships/slide" Target="/ppt/slides/slide10.xml" Id="Re1b298b13a874cf5" /><Relationship Type="http://schemas.openxmlformats.org/officeDocument/2006/relationships/slide" Target="/ppt/slides/slide11.xml" Id="Re768042777394a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3448c2c7e83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d50535db824071" /><Relationship Type="http://schemas.openxmlformats.org/officeDocument/2006/relationships/notesMaster" Target="/ppt/notesMasters/notesMaster1.xml" Id="R5a08337db4594c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c7ec53084541a2" /><Relationship Type="http://schemas.openxmlformats.org/officeDocument/2006/relationships/notesMaster" Target="/ppt/notesMasters/notesMaster1.xml" Id="R7834d27fa46444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94eed831b1477a" /><Relationship Type="http://schemas.openxmlformats.org/officeDocument/2006/relationships/notesMaster" Target="/ppt/notesMasters/notesMaster1.xml" Id="Rb216e844a5c74a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5bec7bf7944b04" /><Relationship Type="http://schemas.openxmlformats.org/officeDocument/2006/relationships/notesMaster" Target="/ppt/notesMasters/notesMaster1.xml" Id="R66619586a5654a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f78bb961054214" /><Relationship Type="http://schemas.openxmlformats.org/officeDocument/2006/relationships/notesMaster" Target="/ppt/notesMasters/notesMaster1.xml" Id="R7fb4783f0bed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b64045b95d465f" /><Relationship Type="http://schemas.openxmlformats.org/officeDocument/2006/relationships/notesMaster" Target="/ppt/notesMasters/notesMaster1.xml" Id="Raf31acdc728441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08a2e2587a476b" /><Relationship Type="http://schemas.openxmlformats.org/officeDocument/2006/relationships/notesMaster" Target="/ppt/notesMasters/notesMaster1.xml" Id="Re0ef21641c5941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4207efd48a4075" /><Relationship Type="http://schemas.openxmlformats.org/officeDocument/2006/relationships/notesMaster" Target="/ppt/notesMasters/notesMaster1.xml" Id="R5b823a1e530b49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e1a35ad6364e09" /><Relationship Type="http://schemas.openxmlformats.org/officeDocument/2006/relationships/notesMaster" Target="/ppt/notesMasters/notesMaster1.xml" Id="Rd79402569a0349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46b29398414dfc" /><Relationship Type="http://schemas.openxmlformats.org/officeDocument/2006/relationships/notesMaster" Target="/ppt/notesMasters/notesMaster1.xml" Id="R99696761fd4d44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480e9816cd4c31" /><Relationship Type="http://schemas.openxmlformats.org/officeDocument/2006/relationships/notesMaster" Target="/ppt/notesMasters/notesMaster1.xml" Id="Re4dd7c4e5eab4c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8051e00a1422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156673533a541e1" /><Relationship Type="http://schemas.openxmlformats.org/officeDocument/2006/relationships/slideLayout" Target="/ppt/slideLayouts/slideLayout2.xml" Id="R410f4385e33442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0f4385e33442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b71a58f50649b2" /><Relationship Type="http://schemas.openxmlformats.org/officeDocument/2006/relationships/image" Target="/ppt/media/image.png" Id="R945c63a0805a4cac" /><Relationship Type="http://schemas.openxmlformats.org/officeDocument/2006/relationships/image" Target="/ppt/media/image.svg" Id="R3aa480e88fd74bb2" /><Relationship Type="http://schemas.openxmlformats.org/officeDocument/2006/relationships/notesSlide" Target="/ppt/notesSlides/notesSlide1.xml" Id="Rcb3efdcc147b43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515771c4e4d01" /><Relationship Type="http://schemas.openxmlformats.org/officeDocument/2006/relationships/image" Target="/ppt/media/image2.png" Id="R4be50e26ba534eaa" /><Relationship Type="http://schemas.openxmlformats.org/officeDocument/2006/relationships/notesSlide" Target="/ppt/notesSlides/notesSlide2.xml" Id="R62e4f4a79aeb49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3429b2a6a2471f" /><Relationship Type="http://schemas.openxmlformats.org/officeDocument/2006/relationships/image" Target="/ppt/media/image3.png" Id="R9c827f8db270426e" /><Relationship Type="http://schemas.openxmlformats.org/officeDocument/2006/relationships/notesSlide" Target="/ppt/notesSlides/notesSlide3.xml" Id="R5fc49629480347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275924bb74c00" /><Relationship Type="http://schemas.openxmlformats.org/officeDocument/2006/relationships/image" Target="/ppt/media/image4.png" Id="Reb2c4d5799844622" /><Relationship Type="http://schemas.openxmlformats.org/officeDocument/2006/relationships/notesSlide" Target="/ppt/notesSlides/notesSlide4.xml" Id="R315732c81b4f4b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40f31711f49d2" /><Relationship Type="http://schemas.openxmlformats.org/officeDocument/2006/relationships/image" Target="/ppt/media/image5.png" Id="R2369f715a53a4d00" /><Relationship Type="http://schemas.openxmlformats.org/officeDocument/2006/relationships/notesSlide" Target="/ppt/notesSlides/notesSlide5.xml" Id="R3e8ad323a1d64b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5265545604406d" /><Relationship Type="http://schemas.openxmlformats.org/officeDocument/2006/relationships/image" Target="/ppt/media/image6.png" Id="Rc4351f30686a44e4" /><Relationship Type="http://schemas.openxmlformats.org/officeDocument/2006/relationships/notesSlide" Target="/ppt/notesSlides/notesSlide6.xml" Id="R655a937bfb2f45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ecb3f513334862" /><Relationship Type="http://schemas.openxmlformats.org/officeDocument/2006/relationships/image" Target="/ppt/media/image7.png" Id="R2886f59a1d0d4676" /><Relationship Type="http://schemas.openxmlformats.org/officeDocument/2006/relationships/notesSlide" Target="/ppt/notesSlides/notesSlide7.xml" Id="R8c139d02522542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6346e95b894ee0" /><Relationship Type="http://schemas.openxmlformats.org/officeDocument/2006/relationships/image" Target="/ppt/media/image8.png" Id="R7ddfb761e4c64dac" /><Relationship Type="http://schemas.openxmlformats.org/officeDocument/2006/relationships/notesSlide" Target="/ppt/notesSlides/notesSlide8.xml" Id="R1c96a520d0dd40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1d985ff4224d62" /><Relationship Type="http://schemas.openxmlformats.org/officeDocument/2006/relationships/image" Target="/ppt/media/image9.png" Id="R7cf8959bb080405c" /><Relationship Type="http://schemas.openxmlformats.org/officeDocument/2006/relationships/notesSlide" Target="/ppt/notesSlides/notesSlide9.xml" Id="R15fb3abe913d43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e91a210213458b" /><Relationship Type="http://schemas.openxmlformats.org/officeDocument/2006/relationships/image" Target="/ppt/media/image10.png" Id="Rb3c2564201ef4265" /><Relationship Type="http://schemas.openxmlformats.org/officeDocument/2006/relationships/notesSlide" Target="/ppt/notesSlides/notesSlide10.xml" Id="R9222ca3e310e44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a6f4a7b955414d" /><Relationship Type="http://schemas.openxmlformats.org/officeDocument/2006/relationships/image" Target="/ppt/media/image11.png" Id="Raa52476874d54307" /><Relationship Type="http://schemas.openxmlformats.org/officeDocument/2006/relationships/notesSlide" Target="/ppt/notesSlides/notesSlide11.xml" Id="R5c95ad66c1a94f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02D2B-6DCF-4AC1-971C-1819A72D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6079C-A39C-4F8F-86A9-A7D2A00C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49B48-1CDB-476B-A06B-DD1F746B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GEOMETRICAL ALGORITHMS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FD829-608E-40AB-948F-CAB50F69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From slice data to a usable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18914-578C-4151-9D72-84ECABFE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Recover the boundary first. Then build a useful interior structure.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c63a0805a4cac">
            <a:extLst>
              <a:ext uri="{96DAC541-7B7A-43D3-8B79-37D633B846F1}">
                <asvg:svgBlip xmlns:asvg="http://schemas.microsoft.com/office/drawing/2016/SVG/main" r:embed="R3aa480e88fd74b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86000" y="2000250"/>
            <a:ext cx="76200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5AE45-FBC0-4367-9859-DDD67792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35D99-6245-45FB-A7EB-B36140B1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A551F-35E8-4A05-A8A4-D60D4461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95B32-0AEB-4382-A1C3-95B13CA1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is one pipeline, not a list of unrelated algorithms. We solve boundary recovery and interior organization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17CAA-6529-4987-B39B-BFF69BD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6324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EA82D-B3FC-408A-9945-0F37CE58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99514-0C17-446F-AC89-0A7A395D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592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835F2-F3C7-49FA-B2E8-64F75048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76850"/>
            <a:ext cx="592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Convex hull is the baseline. Winding gives inside-outside logic for the real boundary. Delaunay gives candidate interior edges. Winding filters those edges.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C5EF9-B343-49C7-AE0F-1E305E48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01</a:t>
            </a:r>
          </a:p>
        </p:txBody>
      </p:sp>
    </p:spTree>
    <p:extLst>
      <p:ext uri="{BB962C8B-B14F-4D97-AF65-F5344CB8AC3E}">
        <p14:creationId xmlns:p14="http://schemas.microsoft.com/office/powerpoint/2010/main" val="13625239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6B6680-029D-448A-B039-3D6C0F2B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1BE94-E92D-45D4-A1E8-4DD2FB85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A01F8-49FD-46AA-A206-8AD1AFC7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FDM 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621E4-C378-4E36-A346-178A3471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Why FDM gives us this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02232-3AD8-497C-9495-90CDD9FC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Layer-by-layer fabrication turns one 3D object into many 2D geometry tasks.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50e26ba534eaa"/>
          <a:stretch xmlns:a="http://schemas.openxmlformats.org/drawingml/2006/main"/>
        </p:blipFill>
        <p:spPr>
          <a:xfrm xmlns:a="http://schemas.openxmlformats.org/drawingml/2006/main">
            <a:off x="1066800" y="1754641"/>
            <a:ext cx="9810750" cy="36439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49100-2906-420E-AD13-0E392001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4333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072DF-D78F-457B-9A0E-D235DD05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5F4AE-D039-4930-8052-CC8C624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91200"/>
            <a:ext cx="3933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F72A9-D8DD-4143-B361-EDE0C30B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34100"/>
            <a:ext cx="3933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Each slice becomes a 2D geometry problem: recover the contour, decide what is inside, and turn that into usable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DCD9A-5C06-45AC-A5D5-2B2A38A3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CCC67-3210-4CC3-8418-F4695B0A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3C6B6-434A-4E8E-94F0-6AE5582D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791200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Link to the talk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414CD-1217-4BBD-8911-FA146230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1341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is why hulls, winding, Voronoi, and Delaunay belong in the same pipeline instead of appearing as separate tricks.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0F5FC-2E74-46B1-A4D8-75261210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02</a:t>
            </a:r>
          </a:p>
        </p:txBody>
      </p:sp>
    </p:spTree>
    <p:extLst>
      <p:ext uri="{BB962C8B-B14F-4D97-AF65-F5344CB8AC3E}">
        <p14:creationId xmlns:p14="http://schemas.microsoft.com/office/powerpoint/2010/main" val="21004177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0C2C0-82C7-4037-A5E9-5F17EE1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A050E-94EC-409C-9492-DE0257D7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902ED-E244-49BD-B751-C07C6894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PROBLEM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97C1D-1FCE-4419-A9A1-EB584EF6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One slice has two jobs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4D60C-9FB2-4D55-8C65-896AF742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Boundary alone is not enough. The inside must also be organized.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27f8db270426e"/>
          <a:stretch xmlns:a="http://schemas.openxmlformats.org/drawingml/2006/main"/>
        </p:blipFill>
        <p:spPr>
          <a:xfrm xmlns:a="http://schemas.openxmlformats.org/drawingml/2006/main">
            <a:off x="1123950" y="1749879"/>
            <a:ext cx="9810750" cy="36439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0F083-6DCB-4E0A-A9E7-B57793D6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9750"/>
            <a:ext cx="4419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F4CB6-8946-49C7-9321-7C75BD85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97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B654A-8F65-4567-842C-C1770C6B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Reading the slide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D365F-6142-405E-8B0C-B6A62007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34100"/>
            <a:ext cx="401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same slice is viewed twice: first as a boundary problem, then as an interior organization problem.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B646F-7979-4B0F-A695-DB871FCF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4438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5FAB0-AC6E-4F1D-8DD4-867A88CE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1F2F1-B44F-4773-AD91-77979F51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91200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0F8B7-0195-4CB4-B607-A98B784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134100"/>
            <a:ext cx="403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split is the reason the presentation has two phases instead of trying to force one algorithm to do everything.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294D3-F098-4D73-A24F-D03F3542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03</a:t>
            </a:r>
          </a:p>
        </p:txBody>
      </p:sp>
    </p:spTree>
    <p:extLst>
      <p:ext uri="{BB962C8B-B14F-4D97-AF65-F5344CB8AC3E}">
        <p14:creationId xmlns:p14="http://schemas.microsoft.com/office/powerpoint/2010/main" val="8464978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A53EAF-FD2C-4755-81AA-9B118820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D31B4-6229-43A3-B93F-C288CAB8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7ED49-4C37-4FE5-8010-2EDC132C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RUNNING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B1C98-8E32-4BBE-87BE-C35FFAA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Our slice-like input is the repo polygon `p2`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21210-46F2-4BA2-B500-F18CFE48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 use one real repo polygon through the talk so the algorithms stay connected.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c4d5799844622"/>
          <a:stretch xmlns:a="http://schemas.openxmlformats.org/drawingml/2006/main"/>
        </p:blipFill>
        <p:spPr>
          <a:xfrm xmlns:a="http://schemas.openxmlformats.org/drawingml/2006/main">
            <a:off x="1868268" y="2000250"/>
            <a:ext cx="393109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2FD7E-C4B8-4249-B069-C0E9C6B0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F7964-23B9-4B18-BBAD-ED7D22C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2588F-674E-4404-B1ED-FB13976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669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`p2` is useful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DFAE3-4378-4941-86C3-9EC08B4B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098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is not convex. So the example immediately exposes where a simple outer envelope loses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46C5D-C80A-489B-8F69-1377433D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66796-EDFC-4152-9483-8A1C13D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23543-098D-461E-9040-D013ADE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861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to notice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25A42-AE78-4A62-8BBA-1BCCD744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8290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There is a visible inward part of the shape. That feature must survive if we want the real boundary.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F377A-4E34-4EE1-A57A-ED15511D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339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9E567-251D-4631-AAE7-C0DF23A6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339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E0BC3-8ACF-47BD-873E-7DD66C3B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053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we keep one dataset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5991A-276B-4302-8E6E-A025760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0482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lets the audience compare all algorithms on the same geometry instead of changing examples every slide.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EAD6C-EE83-4EF5-849E-1CF46C05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04</a:t>
            </a:r>
          </a:p>
        </p:txBody>
      </p:sp>
    </p:spTree>
    <p:extLst>
      <p:ext uri="{BB962C8B-B14F-4D97-AF65-F5344CB8AC3E}">
        <p14:creationId xmlns:p14="http://schemas.microsoft.com/office/powerpoint/2010/main" val="14076232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E3DBA-1516-4C56-A4BD-24CBE6D5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0FC5F-ACFB-4F3A-9B26-8DD3CCBC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726E5-60DF-4A23-8A1B-7B25AAA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4D186-CBC7-4587-8AF8-6DA194EF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Convex hull is a clean baseline, but it changes the shape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278B4-D1E9-40D4-984C-56A8ACE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Our monotone chain view sorts the points, builds two stacks, and keeps only convex turns.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9f715a53a4d00"/>
          <a:stretch xmlns:a="http://schemas.openxmlformats.org/drawingml/2006/main"/>
        </p:blipFill>
        <p:spPr>
          <a:xfrm xmlns:a="http://schemas.openxmlformats.org/drawingml/2006/main">
            <a:off x="1817156" y="2000250"/>
            <a:ext cx="3985688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2A8DA-E715-44E0-9F73-B819A60A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6C3B0-FD59-43FC-A0C6-BAA2CF7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ADBC3-3D94-4B9A-9DE1-A896A4D0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669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algorithm does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E7F80-914C-43F6-926E-4FB58CF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098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keeps only the points needed for the smallest convex envelope around the 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672E4-45E2-4899-9F5C-107F0FD4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A4560-737B-468E-A895-B87F0948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DFF4C-5321-4F2D-BEB9-0AFC28A6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5052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demo shows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3EECA-1C2E-4823-8D6A-255B9F7E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84810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Candidate point, orientation test, stack before, stack after, and the push-or-pop decision.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80D3A-07DD-4E9F-B0BE-8575B2F6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7200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74D45-8622-4F81-8904-91B08A6A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72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89943-F16D-44E2-80DA-886376F2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434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it fails 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75CD9-6D63-4499-BE9D-4546F7B1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0863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real shape is concave. The hull fills that inward part, so it is the wrong boundary for this slice.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D3854-E805-4114-BDA2-6985BC98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05</a:t>
            </a:r>
          </a:p>
        </p:txBody>
      </p:sp>
    </p:spTree>
    <p:extLst>
      <p:ext uri="{BB962C8B-B14F-4D97-AF65-F5344CB8AC3E}">
        <p14:creationId xmlns:p14="http://schemas.microsoft.com/office/powerpoint/2010/main" val="11088108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0C90A-215E-4B80-9593-3C0F11E6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3F4D5-E2B5-4BE4-8BD0-9EAD88B6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CFB4F-51B0-40C3-BBA1-DB5DDA9A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BOUNDARY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B26C5-C08F-4D71-91D1-0602134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Winding number asks the right boundary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84307-D420-4B0E-AFD2-C9A43DBF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Instead of forcing a convex cover, it tests inside versus outside directly.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51f30686a44e4"/>
          <a:stretch xmlns:a="http://schemas.openxmlformats.org/drawingml/2006/main"/>
        </p:blipFill>
        <p:spPr>
          <a:xfrm xmlns:a="http://schemas.openxmlformats.org/drawingml/2006/main">
            <a:off x="666750" y="2119171"/>
            <a:ext cx="6905625" cy="30006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12D93-25F9-4648-89D4-D6FF30F8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2E299-EAE3-46F6-A142-4A0AF5DD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3F19F-D8D9-463A-BBC4-61AC4CC9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Main 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58334-001A-455F-BE1F-1326E150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743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Process one edge at a time and add its signed angle contribution around a query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1660C-FC19-4597-A9BD-90B0BAC1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128A9-3942-4DC4-9337-9319B400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7D256-E0CF-48BC-A586-E22414B8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5757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it is better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469A7-3B1B-4A95-9F0D-5364852E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00475"/>
            <a:ext cx="2743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respects the actual polygon. It does not flatten concavities the way convex hull does.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5BFDE-B9DE-47DB-B277-ABC8A9D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2B5C1-8460-46A1-8EF2-9063CA13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8CD1D-9F10-48FE-82D8-3397F743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to show in the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152F2-19F0-46B9-89DB-D23E5689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91100"/>
            <a:ext cx="2743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edge in green, query point in orange, and the running winding value after each edge.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7B7A1-B1F1-4088-83CB-551DF2D6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06</a:t>
            </a:r>
          </a:p>
        </p:txBody>
      </p:sp>
    </p:spTree>
    <p:extLst>
      <p:ext uri="{BB962C8B-B14F-4D97-AF65-F5344CB8AC3E}">
        <p14:creationId xmlns:p14="http://schemas.microsoft.com/office/powerpoint/2010/main" val="941772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86614-10BF-45B8-B882-AF7669A3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56B38-715C-40CB-83A6-08205E0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8EB53-F7CA-4736-9D7D-C8C8EA35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BOUNDARY ASSUMPTION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AAAD8-15C5-4424-9615-135D48B3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Closed and open polygons are not the same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59B9A-EBF2-47D6-AF2E-817A93BC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final edge matters. If the loop is not closed, the winding sum changes.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6f59a1d0d4676"/>
          <a:stretch xmlns:a="http://schemas.openxmlformats.org/drawingml/2006/main"/>
        </p:blipFill>
        <p:spPr>
          <a:xfrm xmlns:a="http://schemas.openxmlformats.org/drawingml/2006/main">
            <a:off x="666750" y="2119171"/>
            <a:ext cx="6905625" cy="30006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701D5-FC62-4FA5-930A-C3A8DB5D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D404A-1BE7-413B-A812-9C9AFBB6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12CDC-7D3B-4CE7-891D-FDFEAF3E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Closed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EEC33-4BF7-4BC4-A168-96B430C9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743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last vertex connects back to the first one, so the query point sees the full loop.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53B9F-A987-4047-BB08-BF6BBD26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10064-FF4E-4113-945D-724809E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FB36A-D069-4674-B874-6E2AB885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5757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5734E-DCA6-41B2-9AEF-9D4A4E3B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00475"/>
            <a:ext cx="2743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That final edge is missing. The algorithm does not silently invent it, so the result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52F84-6195-4217-A266-89601A58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22739-D625-4564-9B4E-2D5AA8F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D781A-CEE1-4E80-91F0-95C0BD0A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slide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7F4AB-46D4-4374-A6F1-E710E41E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91100"/>
            <a:ext cx="2743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makes the boundary assumption explicit and gives a clean transition from hulls to inside-outside tests.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A55BF-7645-417F-A98F-8F32D78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07</a:t>
            </a:r>
          </a:p>
        </p:txBody>
      </p:sp>
    </p:spTree>
    <p:extLst>
      <p:ext uri="{BB962C8B-B14F-4D97-AF65-F5344CB8AC3E}">
        <p14:creationId xmlns:p14="http://schemas.microsoft.com/office/powerpoint/2010/main" val="19970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FB0A48-BDAA-4239-93C3-C3DCA3B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A7AAB-D205-4A1F-9A22-C06E5BAA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FD941-EAA0-468B-BC47-244EA340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INTERIOR GOAL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F1D9F-E089-404F-8723-783F5E0E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Why we need interior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DF1CD-877D-416D-A816-57477131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contour gives the shell, but the inside still needs a local geometric organization.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fb761e4c64dac"/>
          <a:stretch xmlns:a="http://schemas.openxmlformats.org/drawingml/2006/main"/>
        </p:blipFill>
        <p:spPr>
          <a:xfrm xmlns:a="http://schemas.openxmlformats.org/drawingml/2006/main">
            <a:off x="1123950" y="1749879"/>
            <a:ext cx="9810750" cy="36439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8A542-7F4C-48CD-A52C-49B1368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436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803EF-06BB-48C4-BB82-105AA34F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22F0B-0620-42A5-89A0-4281A1DA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912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Main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297B1-591A-4649-90F6-01AB1DFC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34100"/>
            <a:ext cx="396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contour tells us where the slice ends, but it says almost nothing about relations inside the slice.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97F74-695A-4F5D-80C0-CBC1E20F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19750"/>
            <a:ext cx="4400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AE758-951E-4D1A-AC09-87CF0CE1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197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7BEC0-DBC9-4DF2-8365-D6E03146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91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Bridge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5F86B-29B5-4D8C-B0AA-28C74DDC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341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Voronoi and Delaunay are useful because they add interior organization without abandoning the geometry of the slice.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CF543-E8A4-4245-A8DA-589365EB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08</a:t>
            </a:r>
          </a:p>
        </p:txBody>
      </p:sp>
    </p:spTree>
    <p:extLst>
      <p:ext uri="{BB962C8B-B14F-4D97-AF65-F5344CB8AC3E}">
        <p14:creationId xmlns:p14="http://schemas.microsoft.com/office/powerpoint/2010/main" val="13277117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97394E-D775-45FA-BD79-94C0D137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A1020-5FE2-4067-B21C-778CC85D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E08E7-F3F2-47DE-9415-CA55C444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VORONOI CONSTRUCTION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75257-1A15-410A-9A2B-E7042972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Fortune sweep builds the Voronoi structure event by event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0ECE8-636F-4B49-A4E2-07C1DB6D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Site and circle events change the beachline and gradually produce the interior geometry.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8959bb080405c"/>
          <a:stretch xmlns:a="http://schemas.openxmlformats.org/drawingml/2006/main"/>
        </p:blipFill>
        <p:spPr>
          <a:xfrm xmlns:a="http://schemas.openxmlformats.org/drawingml/2006/main">
            <a:off x="1782180" y="2047875"/>
            <a:ext cx="4055639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9546F-D93C-4864-8752-3C2C79D5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F9A81-C816-48E4-B9F5-BB919EC4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1AF0E-E000-4660-8605-20716F82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Who is processed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2E1F3-E31F-4B89-B4AA-9526C468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At each step the event is either a new site or a circle event where one beachline arc disappears.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FE429-654B-484E-BFC3-42CC3AD8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86125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9E753-3DE3-4984-9BB9-012FBB18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861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B8D7D-5C21-4BD7-ABAF-E900AB8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57575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41023-D43C-49E7-A0EF-188C589E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00475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beachline changes, Voronoi segments start growing, and some edges become final.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EF2A4-B8EA-4876-82D6-A8793AE5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2835C-F9D3-4788-9742-12299B9E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CCAD5-92EE-41E3-A7C0-EF1ECEA9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to say in the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67E01-9BF5-4E68-A5A8-F237CEFA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91100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Show one site event and one circle event. The goal is the mechanism, not every low-level detail.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21C3C-24D9-40B0-B168-40861CF6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09</a:t>
            </a:r>
          </a:p>
        </p:txBody>
      </p:sp>
    </p:spTree>
    <p:extLst>
      <p:ext uri="{BB962C8B-B14F-4D97-AF65-F5344CB8AC3E}">
        <p14:creationId xmlns:p14="http://schemas.microsoft.com/office/powerpoint/2010/main" val="18482256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8CF31F-948D-4FE5-92B9-252457E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207E5-DAD9-4D6C-AD96-B0834118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25D3D-6A67-4234-BCFD-578FF2F2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INTERIOR 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F13AA-3155-4834-ACE3-88799FB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Delaunay gives the interior neighbor 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23927-31CB-4094-A719-A0635762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is better than arbitrary links because it comes from Voronoi region adjacency.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2564201ef4265"/>
          <a:stretch xmlns:a="http://schemas.openxmlformats.org/drawingml/2006/main"/>
        </p:blipFill>
        <p:spPr>
          <a:xfrm xmlns:a="http://schemas.openxmlformats.org/drawingml/2006/main">
            <a:off x="1761693" y="2047875"/>
            <a:ext cx="4191865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97181-4CBD-4EA6-BD41-D4A1AFC5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3381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26F7C-415A-44DC-9A96-B33E64B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F3AB7-E69A-4102-A0EA-CD91F644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66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Delaunay is principled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5E9DD-7CF7-4682-888C-C5BE3A9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09850"/>
            <a:ext cx="2981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If two Voronoi regions touch, their sites become neighbors. So the graph is grounded in nearest-site geometry.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AD02D-5A84-4B8C-9731-E04E8C59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381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1354A-35BA-4498-87AB-8CD3645F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76773-7C64-451D-A9F2-D4424F0E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5757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it is better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5A1AE-EEE2-4B6D-8984-C92DC92C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00475"/>
            <a:ext cx="2981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preserves local neighborhood relations instead of inventing random or long interior connections.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38F98-8D05-425C-84E8-C0C19FAC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76750"/>
            <a:ext cx="3381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BBEB2-5572-49D3-B6CC-A36D8DA7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7675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952DC-B614-4D94-9C19-5785DF0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6482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But not enough alone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BD7FA-EF1E-40C6-BADE-363CC5C9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91100"/>
            <a:ext cx="29813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Raw Delaunay does not know which edges fall outside the intended boundary. So we still need the winding test.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2CF84-05B1-4824-93A8-A5A894F7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10</a:t>
            </a:r>
          </a:p>
        </p:txBody>
      </p:sp>
    </p:spTree>
    <p:extLst>
      <p:ext uri="{BB962C8B-B14F-4D97-AF65-F5344CB8AC3E}">
        <p14:creationId xmlns:p14="http://schemas.microsoft.com/office/powerpoint/2010/main" val="13618449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C7194E-582C-4C11-9480-5C4A0E88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B6C81-1564-4C0C-9A1B-A72BA980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D5897-5583-4435-9BD2-A2ACA89C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FINAL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71D06-E280-494C-B131-65204012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Winding filters Delaunay into the final interior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86DB7-A167-4D90-BA99-97585623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Delaunay proposes candidate edges. Winding keeps only the ones that stay inside the shape.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2476874d54307"/>
          <a:stretch xmlns:a="http://schemas.openxmlformats.org/drawingml/2006/main"/>
        </p:blipFill>
        <p:spPr>
          <a:xfrm xmlns:a="http://schemas.openxmlformats.org/drawingml/2006/main">
            <a:off x="1844455" y="2047875"/>
            <a:ext cx="393109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8CF09-1A81-4A14-B349-B9E9E20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267D4-3814-4311-89A3-21E9B1CE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41B0D-BD3E-4D77-8C86-05933467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Filter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40184-12BD-4370-B47B-2DB5B462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3028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Take one Delaunay edge, test its midpoint with winding number, keep it if the midpoint is inside.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8BF99-EB84-4809-A0AC-90207BED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86125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D2A9A-F211-4CED-AF61-B5D1E103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861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044C4-B873-4390-A3AB-DF6495FB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5757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picture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2AE92-76C9-4391-A1AF-F9C75296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00475"/>
            <a:ext cx="3028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Black is the recovered boundary. Blue is the interior graph that survives the boundary test.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5D6A8-7FB1-4D1B-A9F8-15A78DDC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F15F9-D383-42C8-830A-DAD572C4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CDEBE-FD4B-4CC0-98D6-177A359F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End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19227-CB02-4799-A0B9-A3500A83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91100"/>
            <a:ext cx="3028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Convex hull gives the baseline, winding gives the real boundary logic, and Delaunay gives the interior candidates.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AEB5A-EF65-4A03-9270-1341DCC9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 presentation · 11</a:t>
            </a:r>
          </a:p>
        </p:txBody>
      </p:sp>
    </p:spTree>
    <p:extLst>
      <p:ext uri="{BB962C8B-B14F-4D97-AF65-F5344CB8AC3E}">
        <p14:creationId xmlns:p14="http://schemas.microsoft.com/office/powerpoint/2010/main" val="402551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2026-05-28T07:07:11.0020000Z</dcterms:created>
  <dcterms:modified xsi:type="dcterms:W3CDTF">2026-05-28T07:07:11.0020000Z</dcterms:modified>
</coreProperties>
</file>